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4" r:id="rId4"/>
    <p:sldId id="263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>
        <p:scale>
          <a:sx n="56" d="100"/>
          <a:sy n="56" d="100"/>
        </p:scale>
        <p:origin x="-195" y="7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drey Henning" userId="ecf45c7cfc936656" providerId="LiveId" clId="{14362073-0F46-4F94-A623-DF61BDE496D2}"/>
    <pc:docChg chg="undo redo custSel addSld modSld">
      <pc:chgData name="Audrey Henning" userId="ecf45c7cfc936656" providerId="LiveId" clId="{14362073-0F46-4F94-A623-DF61BDE496D2}" dt="2026-05-05T16:25:17.373" v="863" actId="20577"/>
      <pc:docMkLst>
        <pc:docMk/>
      </pc:docMkLst>
      <pc:sldChg chg="addSp delSp modSp mod">
        <pc:chgData name="Audrey Henning" userId="ecf45c7cfc936656" providerId="LiveId" clId="{14362073-0F46-4F94-A623-DF61BDE496D2}" dt="2026-05-05T16:24:10.607" v="852" actId="20577"/>
        <pc:sldMkLst>
          <pc:docMk/>
          <pc:sldMk cId="809961587" sldId="257"/>
        </pc:sldMkLst>
        <pc:spChg chg="mod">
          <ac:chgData name="Audrey Henning" userId="ecf45c7cfc936656" providerId="LiveId" clId="{14362073-0F46-4F94-A623-DF61BDE496D2}" dt="2026-05-05T16:22:38.403" v="818" actId="20577"/>
          <ac:spMkLst>
            <pc:docMk/>
            <pc:sldMk cId="809961587" sldId="257"/>
            <ac:spMk id="12" creationId="{B7FB92F8-28FD-1916-04B8-C4C4D038CEC3}"/>
          </ac:spMkLst>
        </pc:spChg>
        <pc:spChg chg="mod">
          <ac:chgData name="Audrey Henning" userId="ecf45c7cfc936656" providerId="LiveId" clId="{14362073-0F46-4F94-A623-DF61BDE496D2}" dt="2026-05-05T16:24:10.607" v="852" actId="20577"/>
          <ac:spMkLst>
            <pc:docMk/>
            <pc:sldMk cId="809961587" sldId="257"/>
            <ac:spMk id="13" creationId="{FA0D15B4-7A0D-BB70-2EDB-BE010B837F53}"/>
          </ac:spMkLst>
        </pc:spChg>
        <pc:spChg chg="mod">
          <ac:chgData name="Audrey Henning" userId="ecf45c7cfc936656" providerId="LiveId" clId="{14362073-0F46-4F94-A623-DF61BDE496D2}" dt="2026-05-05T16:22:19.553" v="800" actId="1037"/>
          <ac:spMkLst>
            <pc:docMk/>
            <pc:sldMk cId="809961587" sldId="257"/>
            <ac:spMk id="17" creationId="{EF835E66-E71A-3C23-A62A-13C8E58D8147}"/>
          </ac:spMkLst>
        </pc:spChg>
        <pc:picChg chg="mod modCrop">
          <ac:chgData name="Audrey Henning" userId="ecf45c7cfc936656" providerId="LiveId" clId="{14362073-0F46-4F94-A623-DF61BDE496D2}" dt="2026-05-05T16:22:06.023" v="772" actId="14100"/>
          <ac:picMkLst>
            <pc:docMk/>
            <pc:sldMk cId="809961587" sldId="257"/>
            <ac:picMk id="10" creationId="{B2541C13-B973-B25F-079F-32D4CFC88534}"/>
          </ac:picMkLst>
        </pc:picChg>
        <pc:picChg chg="add del">
          <ac:chgData name="Audrey Henning" userId="ecf45c7cfc936656" providerId="LiveId" clId="{14362073-0F46-4F94-A623-DF61BDE496D2}" dt="2026-05-05T16:22:58.905" v="827" actId="478"/>
          <ac:picMkLst>
            <pc:docMk/>
            <pc:sldMk cId="809961587" sldId="257"/>
            <ac:picMk id="16" creationId="{ABEC10C3-BFC4-08FC-8D5D-BF094ADA0FC2}"/>
          </ac:picMkLst>
        </pc:picChg>
      </pc:sldChg>
      <pc:sldChg chg="modSp mod">
        <pc:chgData name="Audrey Henning" userId="ecf45c7cfc936656" providerId="LiveId" clId="{14362073-0F46-4F94-A623-DF61BDE496D2}" dt="2026-05-05T16:24:19.312" v="854" actId="20577"/>
        <pc:sldMkLst>
          <pc:docMk/>
          <pc:sldMk cId="69676510" sldId="258"/>
        </pc:sldMkLst>
        <pc:spChg chg="mod">
          <ac:chgData name="Audrey Henning" userId="ecf45c7cfc936656" providerId="LiveId" clId="{14362073-0F46-4F94-A623-DF61BDE496D2}" dt="2026-05-05T16:24:19.312" v="854" actId="20577"/>
          <ac:spMkLst>
            <pc:docMk/>
            <pc:sldMk cId="69676510" sldId="258"/>
            <ac:spMk id="3" creationId="{04B7293B-222F-302F-8306-52AEF56BAED6}"/>
          </ac:spMkLst>
        </pc:spChg>
      </pc:sldChg>
      <pc:sldChg chg="modSp mod">
        <pc:chgData name="Audrey Henning" userId="ecf45c7cfc936656" providerId="LiveId" clId="{14362073-0F46-4F94-A623-DF61BDE496D2}" dt="2026-05-05T16:25:06.894" v="859" actId="313"/>
        <pc:sldMkLst>
          <pc:docMk/>
          <pc:sldMk cId="4284513666" sldId="260"/>
        </pc:sldMkLst>
        <pc:spChg chg="mod">
          <ac:chgData name="Audrey Henning" userId="ecf45c7cfc936656" providerId="LiveId" clId="{14362073-0F46-4F94-A623-DF61BDE496D2}" dt="2026-05-05T16:25:06.894" v="859" actId="313"/>
          <ac:spMkLst>
            <pc:docMk/>
            <pc:sldMk cId="4284513666" sldId="260"/>
            <ac:spMk id="3" creationId="{EBDEC567-FC8E-C907-2FDB-A8AAAE7E41F8}"/>
          </ac:spMkLst>
        </pc:spChg>
      </pc:sldChg>
      <pc:sldChg chg="modSp mod">
        <pc:chgData name="Audrey Henning" userId="ecf45c7cfc936656" providerId="LiveId" clId="{14362073-0F46-4F94-A623-DF61BDE496D2}" dt="2026-05-05T16:25:17.373" v="863" actId="20577"/>
        <pc:sldMkLst>
          <pc:docMk/>
          <pc:sldMk cId="1354259446" sldId="261"/>
        </pc:sldMkLst>
        <pc:spChg chg="mod">
          <ac:chgData name="Audrey Henning" userId="ecf45c7cfc936656" providerId="LiveId" clId="{14362073-0F46-4F94-A623-DF61BDE496D2}" dt="2026-05-05T16:25:17.373" v="863" actId="20577"/>
          <ac:spMkLst>
            <pc:docMk/>
            <pc:sldMk cId="1354259446" sldId="261"/>
            <ac:spMk id="2" creationId="{32FCF535-D582-F640-61EE-D11ED23D66E8}"/>
          </ac:spMkLst>
        </pc:spChg>
      </pc:sldChg>
      <pc:sldChg chg="addSp delSp modSp new mod modClrScheme chgLayout">
        <pc:chgData name="Audrey Henning" userId="ecf45c7cfc936656" providerId="LiveId" clId="{14362073-0F46-4F94-A623-DF61BDE496D2}" dt="2026-05-05T14:34:34.775" v="43" actId="20577"/>
        <pc:sldMkLst>
          <pc:docMk/>
          <pc:sldMk cId="1873485420" sldId="262"/>
        </pc:sldMkLst>
        <pc:spChg chg="del mod ord">
          <ac:chgData name="Audrey Henning" userId="ecf45c7cfc936656" providerId="LiveId" clId="{14362073-0F46-4F94-A623-DF61BDE496D2}" dt="2026-05-05T14:33:58.407" v="1" actId="700"/>
          <ac:spMkLst>
            <pc:docMk/>
            <pc:sldMk cId="1873485420" sldId="262"/>
            <ac:spMk id="2" creationId="{FA618BDE-554F-8D56-23E3-9A57ED9719BB}"/>
          </ac:spMkLst>
        </pc:spChg>
        <pc:spChg chg="del mod ord">
          <ac:chgData name="Audrey Henning" userId="ecf45c7cfc936656" providerId="LiveId" clId="{14362073-0F46-4F94-A623-DF61BDE496D2}" dt="2026-05-05T14:33:58.407" v="1" actId="700"/>
          <ac:spMkLst>
            <pc:docMk/>
            <pc:sldMk cId="1873485420" sldId="262"/>
            <ac:spMk id="3" creationId="{C42DDCD6-46F4-F679-DAA0-A288A24B3C72}"/>
          </ac:spMkLst>
        </pc:spChg>
        <pc:spChg chg="add mod ord">
          <ac:chgData name="Audrey Henning" userId="ecf45c7cfc936656" providerId="LiveId" clId="{14362073-0F46-4F94-A623-DF61BDE496D2}" dt="2026-05-05T14:34:34.775" v="43" actId="20577"/>
          <ac:spMkLst>
            <pc:docMk/>
            <pc:sldMk cId="1873485420" sldId="262"/>
            <ac:spMk id="4" creationId="{C72DF209-5860-F2E3-6237-F97449613ED4}"/>
          </ac:spMkLst>
        </pc:spChg>
        <pc:spChg chg="add mod ord">
          <ac:chgData name="Audrey Henning" userId="ecf45c7cfc936656" providerId="LiveId" clId="{14362073-0F46-4F94-A623-DF61BDE496D2}" dt="2026-05-05T14:33:58.407" v="1" actId="700"/>
          <ac:spMkLst>
            <pc:docMk/>
            <pc:sldMk cId="1873485420" sldId="262"/>
            <ac:spMk id="5" creationId="{948B2871-CC58-B8F4-654F-2E76B7507C2D}"/>
          </ac:spMkLst>
        </pc:spChg>
      </pc:sldChg>
      <pc:sldChg chg="modSp add mod">
        <pc:chgData name="Audrey Henning" userId="ecf45c7cfc936656" providerId="LiveId" clId="{14362073-0F46-4F94-A623-DF61BDE496D2}" dt="2026-05-05T14:34:44.115" v="67" actId="20577"/>
        <pc:sldMkLst>
          <pc:docMk/>
          <pc:sldMk cId="2507653072" sldId="263"/>
        </pc:sldMkLst>
        <pc:spChg chg="mod">
          <ac:chgData name="Audrey Henning" userId="ecf45c7cfc936656" providerId="LiveId" clId="{14362073-0F46-4F94-A623-DF61BDE496D2}" dt="2026-05-05T14:34:44.115" v="67" actId="20577"/>
          <ac:spMkLst>
            <pc:docMk/>
            <pc:sldMk cId="2507653072" sldId="263"/>
            <ac:spMk id="4" creationId="{C72DF209-5860-F2E3-6237-F97449613ED4}"/>
          </ac:spMkLst>
        </pc:spChg>
      </pc:sldChg>
      <pc:sldChg chg="addSp delSp modSp new mod modClrScheme chgLayout">
        <pc:chgData name="Audrey Henning" userId="ecf45c7cfc936656" providerId="LiveId" clId="{14362073-0F46-4F94-A623-DF61BDE496D2}" dt="2026-05-05T16:18:45.068" v="747" actId="1036"/>
        <pc:sldMkLst>
          <pc:docMk/>
          <pc:sldMk cId="2628599571" sldId="264"/>
        </pc:sldMkLst>
        <pc:spChg chg="del mod ord">
          <ac:chgData name="Audrey Henning" userId="ecf45c7cfc936656" providerId="LiveId" clId="{14362073-0F46-4F94-A623-DF61BDE496D2}" dt="2026-05-05T14:34:54.875" v="69" actId="700"/>
          <ac:spMkLst>
            <pc:docMk/>
            <pc:sldMk cId="2628599571" sldId="264"/>
            <ac:spMk id="2" creationId="{97BE4E3A-71A1-6713-4CD5-AA79F5D6B249}"/>
          </ac:spMkLst>
        </pc:spChg>
        <pc:spChg chg="del mod ord">
          <ac:chgData name="Audrey Henning" userId="ecf45c7cfc936656" providerId="LiveId" clId="{14362073-0F46-4F94-A623-DF61BDE496D2}" dt="2026-05-05T14:34:54.875" v="69" actId="700"/>
          <ac:spMkLst>
            <pc:docMk/>
            <pc:sldMk cId="2628599571" sldId="264"/>
            <ac:spMk id="3" creationId="{9A34FAF6-C8B2-BE0A-7BDC-3600AF425605}"/>
          </ac:spMkLst>
        </pc:spChg>
        <pc:spChg chg="add mod ord">
          <ac:chgData name="Audrey Henning" userId="ecf45c7cfc936656" providerId="LiveId" clId="{14362073-0F46-4F94-A623-DF61BDE496D2}" dt="2026-05-05T14:44:39.548" v="595" actId="20577"/>
          <ac:spMkLst>
            <pc:docMk/>
            <pc:sldMk cId="2628599571" sldId="264"/>
            <ac:spMk id="4" creationId="{49F211F2-2A5A-B707-07C4-4E046D1AF5DB}"/>
          </ac:spMkLst>
        </pc:spChg>
        <pc:spChg chg="add mod ord">
          <ac:chgData name="Audrey Henning" userId="ecf45c7cfc936656" providerId="LiveId" clId="{14362073-0F46-4F94-A623-DF61BDE496D2}" dt="2026-05-05T14:45:25.216" v="640" actId="20577"/>
          <ac:spMkLst>
            <pc:docMk/>
            <pc:sldMk cId="2628599571" sldId="264"/>
            <ac:spMk id="5" creationId="{C1BB1578-13BE-CF66-D1BC-3B9487EF88F2}"/>
          </ac:spMkLst>
        </pc:spChg>
        <pc:spChg chg="add del mod">
          <ac:chgData name="Audrey Henning" userId="ecf45c7cfc936656" providerId="LiveId" clId="{14362073-0F46-4F94-A623-DF61BDE496D2}" dt="2026-05-05T14:38:56.604" v="185" actId="21"/>
          <ac:spMkLst>
            <pc:docMk/>
            <pc:sldMk cId="2628599571" sldId="264"/>
            <ac:spMk id="8" creationId="{F155A705-B061-D0CB-BF0B-879331BB24D0}"/>
          </ac:spMkLst>
        </pc:spChg>
        <pc:spChg chg="add mod">
          <ac:chgData name="Audrey Henning" userId="ecf45c7cfc936656" providerId="LiveId" clId="{14362073-0F46-4F94-A623-DF61BDE496D2}" dt="2026-05-05T14:39:04.454" v="187" actId="1076"/>
          <ac:spMkLst>
            <pc:docMk/>
            <pc:sldMk cId="2628599571" sldId="264"/>
            <ac:spMk id="11" creationId="{F155A705-B061-D0CB-BF0B-879331BB24D0}"/>
          </ac:spMkLst>
        </pc:spChg>
        <pc:spChg chg="add mod">
          <ac:chgData name="Audrey Henning" userId="ecf45c7cfc936656" providerId="LiveId" clId="{14362073-0F46-4F94-A623-DF61BDE496D2}" dt="2026-05-05T14:39:19.844" v="190" actId="1076"/>
          <ac:spMkLst>
            <pc:docMk/>
            <pc:sldMk cId="2628599571" sldId="264"/>
            <ac:spMk id="12" creationId="{75C529AE-6DE0-1ED7-B17A-72ABEFE88CF6}"/>
          </ac:spMkLst>
        </pc:spChg>
        <pc:spChg chg="add mod">
          <ac:chgData name="Audrey Henning" userId="ecf45c7cfc936656" providerId="LiveId" clId="{14362073-0F46-4F94-A623-DF61BDE496D2}" dt="2026-05-05T14:42:11.498" v="453" actId="14100"/>
          <ac:spMkLst>
            <pc:docMk/>
            <pc:sldMk cId="2628599571" sldId="264"/>
            <ac:spMk id="13" creationId="{5D5D34FD-9D38-5DCD-652F-69401862A219}"/>
          </ac:spMkLst>
        </pc:spChg>
        <pc:spChg chg="add mod">
          <ac:chgData name="Audrey Henning" userId="ecf45c7cfc936656" providerId="LiveId" clId="{14362073-0F46-4F94-A623-DF61BDE496D2}" dt="2026-05-05T14:42:05.042" v="451" actId="14100"/>
          <ac:spMkLst>
            <pc:docMk/>
            <pc:sldMk cId="2628599571" sldId="264"/>
            <ac:spMk id="14" creationId="{ADD3466A-4729-B35B-FF39-DB197F26A269}"/>
          </ac:spMkLst>
        </pc:spChg>
        <pc:spChg chg="add mod">
          <ac:chgData name="Audrey Henning" userId="ecf45c7cfc936656" providerId="LiveId" clId="{14362073-0F46-4F94-A623-DF61BDE496D2}" dt="2026-05-05T16:18:29.185" v="684" actId="14100"/>
          <ac:spMkLst>
            <pc:docMk/>
            <pc:sldMk cId="2628599571" sldId="264"/>
            <ac:spMk id="15" creationId="{3C456482-3675-D524-54B9-069EAC2F2FA4}"/>
          </ac:spMkLst>
        </pc:spChg>
        <pc:spChg chg="add mod">
          <ac:chgData name="Audrey Henning" userId="ecf45c7cfc936656" providerId="LiveId" clId="{14362073-0F46-4F94-A623-DF61BDE496D2}" dt="2026-05-05T16:18:45.068" v="747" actId="1036"/>
          <ac:spMkLst>
            <pc:docMk/>
            <pc:sldMk cId="2628599571" sldId="264"/>
            <ac:spMk id="16" creationId="{D94FF11C-AA39-24C5-9716-6101FC042334}"/>
          </ac:spMkLst>
        </pc:spChg>
        <pc:picChg chg="add del mod">
          <ac:chgData name="Audrey Henning" userId="ecf45c7cfc936656" providerId="LiveId" clId="{14362073-0F46-4F94-A623-DF61BDE496D2}" dt="2026-05-05T14:37:39.194" v="174" actId="478"/>
          <ac:picMkLst>
            <pc:docMk/>
            <pc:sldMk cId="2628599571" sldId="264"/>
            <ac:picMk id="7" creationId="{B6834F81-9037-1BC5-9844-5B0BF5A59000}"/>
          </ac:picMkLst>
        </pc:picChg>
        <pc:picChg chg="add mod">
          <ac:chgData name="Audrey Henning" userId="ecf45c7cfc936656" providerId="LiveId" clId="{14362073-0F46-4F94-A623-DF61BDE496D2}" dt="2026-05-05T14:38:54.546" v="184" actId="1076"/>
          <ac:picMkLst>
            <pc:docMk/>
            <pc:sldMk cId="2628599571" sldId="264"/>
            <ac:picMk id="10" creationId="{EBF830B8-3F35-861B-326F-D66FC2CB17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1DF6-46B0-7A96-ECC8-E9B731DA0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F0F68-DDBB-C976-6CCD-E5C02EEB5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89ADA-A59A-9540-9C0B-519E4B3E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6DC99-847E-885D-854C-A3C40776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203B-A2E3-C0F3-5AD6-812917E93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5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3CE8-0675-AFE5-4E85-A582CE88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F780C-C2CD-0C19-C04B-15E6C43FC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74BC5-1DEC-1875-029E-9151F783D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27009-44E4-80EE-1199-3C0E3FE24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4B437-8438-3373-9C30-D01E7360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85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444D-4426-8D9B-4CDD-B34B5092B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BFB83-59DA-A659-A407-61DE2F53F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6224-3058-B0B4-C439-F97B1AF5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D9B2F-73FA-2953-30CF-32B4678B4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601E8-478E-E1DE-3D21-7BB1F209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4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2F8A-1AF8-7C8A-3FD2-D60F80BF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4582-3741-CCA0-5F71-FCD545859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A5909-857A-ACFA-A0F2-8D4CCEBBA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5FA91-A0EF-1C3A-5FB4-D6D0A4ED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D5E3C-D4EB-2BA4-077F-911E7190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8B5DD-B21A-984F-3488-E5AABB18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6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C6CE-50AA-8058-6B42-CDF5F3FD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C4EE8-B4F5-E8D5-4419-8231C00AE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A5912-4CDB-5ED0-B17C-80CD5774C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93D00-5540-62A8-F64A-91F3F93A5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21548-5B5D-4801-C818-D26F55AEA8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74EE0-9AF0-B527-0E91-48D110A1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C2EDB-31EB-0B7F-3801-A48AA01F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28C331-803B-5185-6D06-B51CEA55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3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5701-6501-5A14-6DC0-E1D2C3A8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8D56F-C345-A271-ACA8-7578D514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9473F-A192-7E56-CED1-D940831D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897A3-87D2-DC86-910C-4F50F6A0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4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87211-7EBD-D2FB-9A9E-95EC17BD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FC863-37E6-B47D-D0F3-652B3906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A225E-D0CA-0207-AFC3-8DA26C6C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A771-4098-7BA2-4334-0F218901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AE9F-9CE2-3B6D-4ACD-1D239384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DED70-E1A9-3559-471F-9285CF4C8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7E0FD-2F47-80C8-E93B-98D654F6E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FFC45-B748-7114-A722-E66E8775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7AE20-F08F-9AE2-9EB5-D2330238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3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DDF0-B189-2A70-50CD-750FC67A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E1944-FBDF-5E04-27D4-7E217065C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58E42-F7A6-05FC-6493-564FA82A0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7FF1A-22CE-2965-B081-C9E1FF56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C10B1-A96D-BCFE-DC65-1B4A0CC3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E3EA2-362F-793C-4414-B889B02A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9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0AC2-CF53-6C7A-108E-8ECB4FCC7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85E89-EC03-75C3-05E4-92B056F59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E53BD-DE1E-6650-4A09-99AAA5BE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7B593-F675-F242-2558-9A1AB66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F0A06-129C-A0CC-1662-1E316EED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7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8D40E-4BA1-1591-9EC0-657067589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FB361-A3D6-85D3-B6A9-5DB073020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31782-AA52-DAE3-CADD-A981CFAF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35A1-D8B8-363E-BDCE-37B4F701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D360F-8C8E-A8A7-84DD-A04BD8D8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5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ADB14-6966-7916-1F51-734B0D4B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39F6E-7CCA-479A-17B1-6E316541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349FE-D52D-8571-D335-BE36FAB6F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40244-9E82-43D9-A946-86515A7E5B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15469-56DC-DE5E-0795-EB2A47FE3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87328-746A-9C2B-435A-8041E927B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395F9-ECF2-4080-9C43-F8927745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D764-1C7F-9D85-EFE0-BC0E4FEA20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Django Learning 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4EA5A-C58E-8CE6-78F0-E23BC6E2A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use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415368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DF209-5860-F2E3-6237-F9744961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Admins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B2871-CC58-B8F4-654F-2E76B7507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8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F211F2-2A5A-B707-07C4-4E046D1A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Administration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BB1578-13BE-CF66-D1BC-3B9487EF8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will sign in on the Admin page</a:t>
            </a:r>
          </a:p>
          <a:p>
            <a:endParaRPr lang="en-US" sz="2000" dirty="0"/>
          </a:p>
          <a:p>
            <a:r>
              <a:rPr lang="en-US" sz="2000" dirty="0"/>
              <a:t>You will be greeted by a Welcome message</a:t>
            </a:r>
          </a:p>
          <a:p>
            <a:endParaRPr lang="en-US" sz="2000" dirty="0"/>
          </a:p>
          <a:p>
            <a:r>
              <a:rPr lang="en-US" sz="2000" dirty="0"/>
              <a:t>You can add or change the authorizations</a:t>
            </a:r>
          </a:p>
          <a:p>
            <a:pPr lvl="1"/>
            <a:r>
              <a:rPr lang="en-US" sz="1600" dirty="0"/>
              <a:t>Groups</a:t>
            </a:r>
          </a:p>
          <a:p>
            <a:pPr lvl="1"/>
            <a:r>
              <a:rPr lang="en-US" sz="1600" dirty="0"/>
              <a:t>Users</a:t>
            </a:r>
          </a:p>
          <a:p>
            <a:endParaRPr lang="en-US" sz="2000" dirty="0"/>
          </a:p>
          <a:p>
            <a:r>
              <a:rPr lang="en-US" sz="2000" dirty="0"/>
              <a:t>You can add or change the site content</a:t>
            </a:r>
          </a:p>
          <a:p>
            <a:pPr lvl="1"/>
            <a:r>
              <a:rPr lang="en-US" sz="1600" dirty="0"/>
              <a:t>Entries</a:t>
            </a:r>
          </a:p>
          <a:p>
            <a:pPr lvl="1"/>
            <a:r>
              <a:rPr lang="en-US" sz="1600" dirty="0"/>
              <a:t>Topics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F830B8-3F35-861B-326F-D66FC2CB1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042" y="1150512"/>
            <a:ext cx="5775207" cy="473137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155A705-B061-D0CB-BF0B-879331BB24D0}"/>
              </a:ext>
            </a:extLst>
          </p:cNvPr>
          <p:cNvSpPr/>
          <p:nvPr/>
        </p:nvSpPr>
        <p:spPr>
          <a:xfrm>
            <a:off x="7150418" y="1027906"/>
            <a:ext cx="2076875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C529AE-6DE0-1ED7-B17A-72ABEFE88CF6}"/>
              </a:ext>
            </a:extLst>
          </p:cNvPr>
          <p:cNvSpPr/>
          <p:nvPr/>
        </p:nvSpPr>
        <p:spPr>
          <a:xfrm>
            <a:off x="6650689" y="2312856"/>
            <a:ext cx="2076875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5D34FD-9D38-5DCD-652F-69401862A219}"/>
              </a:ext>
            </a:extLst>
          </p:cNvPr>
          <p:cNvSpPr/>
          <p:nvPr/>
        </p:nvSpPr>
        <p:spPr>
          <a:xfrm>
            <a:off x="5746922" y="3786287"/>
            <a:ext cx="1317908" cy="7857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D3466A-4729-B35B-FF39-DB197F26A269}"/>
              </a:ext>
            </a:extLst>
          </p:cNvPr>
          <p:cNvSpPr/>
          <p:nvPr/>
        </p:nvSpPr>
        <p:spPr>
          <a:xfrm>
            <a:off x="5746921" y="5096173"/>
            <a:ext cx="1481193" cy="78571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456482-3675-D524-54B9-069EAC2F2FA4}"/>
              </a:ext>
            </a:extLst>
          </p:cNvPr>
          <p:cNvSpPr/>
          <p:nvPr/>
        </p:nvSpPr>
        <p:spPr>
          <a:xfrm>
            <a:off x="10333328" y="3608435"/>
            <a:ext cx="1317908" cy="9635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4FF11C-AA39-24C5-9716-6101FC042334}"/>
              </a:ext>
            </a:extLst>
          </p:cNvPr>
          <p:cNvSpPr/>
          <p:nvPr/>
        </p:nvSpPr>
        <p:spPr>
          <a:xfrm>
            <a:off x="10348992" y="4940160"/>
            <a:ext cx="1317908" cy="9635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9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DF209-5860-F2E3-6237-F9744961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 for Users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B2871-CC58-B8F4-654F-2E76B7507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7FB92F8-28FD-1916-04B8-C4C4D038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Started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A0D15B4-7A0D-BB70-2EDB-BE010B83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and/or Log in:</a:t>
            </a:r>
          </a:p>
          <a:p>
            <a:pPr lvl="1"/>
            <a:r>
              <a:rPr lang="en-US" dirty="0">
                <a:hlinkClick r:id="rId2"/>
              </a:rPr>
              <a:t>http://127.0.0.1:8000/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will prompt you to enter a: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Password</a:t>
            </a:r>
          </a:p>
          <a:p>
            <a:r>
              <a:rPr lang="en-US" dirty="0"/>
              <a:t>Click on ‘Register’ at the bottom: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541C13-B973-B25F-079F-32D4CFC885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453"/>
          <a:stretch/>
        </p:blipFill>
        <p:spPr>
          <a:xfrm>
            <a:off x="1067982" y="2811303"/>
            <a:ext cx="4900471" cy="12308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EC10C3-BFC4-08FC-8D5D-BF094ADA0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065" y="2086614"/>
            <a:ext cx="4348735" cy="397339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F835E66-E71A-3C23-A62A-13C8E58D8147}"/>
              </a:ext>
            </a:extLst>
          </p:cNvPr>
          <p:cNvSpPr/>
          <p:nvPr/>
        </p:nvSpPr>
        <p:spPr>
          <a:xfrm>
            <a:off x="3263258" y="2658359"/>
            <a:ext cx="1015117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60D11D-1A54-2F5D-F7E9-046BC3ED0AA8}"/>
              </a:ext>
            </a:extLst>
          </p:cNvPr>
          <p:cNvSpPr/>
          <p:nvPr/>
        </p:nvSpPr>
        <p:spPr>
          <a:xfrm>
            <a:off x="6736929" y="3515582"/>
            <a:ext cx="2076875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E193AE-379D-803E-6CBC-480BB1D24F5F}"/>
              </a:ext>
            </a:extLst>
          </p:cNvPr>
          <p:cNvSpPr/>
          <p:nvPr/>
        </p:nvSpPr>
        <p:spPr>
          <a:xfrm>
            <a:off x="6808049" y="4831440"/>
            <a:ext cx="2076875" cy="134552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6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EEF-5B16-CD95-38A8-F826FD28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7293B-222F-302F-8306-52AEF56BA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on:</a:t>
            </a:r>
          </a:p>
          <a:p>
            <a:pPr lvl="1"/>
            <a:r>
              <a:rPr lang="en-US" dirty="0"/>
              <a:t>‘Topics’ </a:t>
            </a:r>
          </a:p>
          <a:p>
            <a:pPr lvl="1"/>
            <a:r>
              <a:rPr lang="en-US" dirty="0"/>
              <a:t>‘Add a new topic’</a:t>
            </a:r>
          </a:p>
          <a:p>
            <a:r>
              <a:rPr lang="en-US" dirty="0"/>
              <a:t>Enter your topic:</a:t>
            </a:r>
          </a:p>
          <a:p>
            <a:pPr lvl="1"/>
            <a:r>
              <a:rPr lang="en-US" dirty="0"/>
              <a:t>‘Add topic’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75F9C-9345-108F-04F4-8179EF1C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325" y="1592395"/>
            <a:ext cx="6169934" cy="143437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ECE6529-33DB-C05D-6AAB-ACD4F09D1D61}"/>
              </a:ext>
            </a:extLst>
          </p:cNvPr>
          <p:cNvSpPr/>
          <p:nvPr/>
        </p:nvSpPr>
        <p:spPr>
          <a:xfrm>
            <a:off x="4722698" y="1592395"/>
            <a:ext cx="1015117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C5C48A-2364-D940-6B32-84B2521EF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15" y="2793543"/>
            <a:ext cx="4369444" cy="226308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F204360-20CA-8049-42FD-3DBCEE025D36}"/>
              </a:ext>
            </a:extLst>
          </p:cNvPr>
          <p:cNvSpPr/>
          <p:nvPr/>
        </p:nvSpPr>
        <p:spPr>
          <a:xfrm>
            <a:off x="5410709" y="4024759"/>
            <a:ext cx="2076875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44616B-01A2-38AE-CF22-B2D6EC0CD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091" y="4024759"/>
            <a:ext cx="3320183" cy="184454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1F7592C-4AF8-C35A-AD31-4CF8F2D4D087}"/>
              </a:ext>
            </a:extLst>
          </p:cNvPr>
          <p:cNvSpPr/>
          <p:nvPr/>
        </p:nvSpPr>
        <p:spPr>
          <a:xfrm>
            <a:off x="921515" y="4745543"/>
            <a:ext cx="2076875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9983-2245-F6F3-E688-514F97EA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0E28-5EA1-C0F6-3FEB-C0038C6D9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your topic to make an entry</a:t>
            </a:r>
          </a:p>
          <a:p>
            <a:r>
              <a:rPr lang="en-US" dirty="0"/>
              <a:t>Click on ‘Add new entry.’</a:t>
            </a:r>
          </a:p>
          <a:p>
            <a:r>
              <a:rPr lang="en-US" dirty="0"/>
              <a:t>Click ‘Add entry’ to save.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B3C06-19B4-E68B-ED5E-029B31D21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578" y="844005"/>
            <a:ext cx="3969167" cy="2391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441F27-07E3-2747-8E0B-1804E3470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58" y="3429000"/>
            <a:ext cx="3830287" cy="255733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3E6CA5A-B52A-ADA3-7F44-74EE4AF35A74}"/>
              </a:ext>
            </a:extLst>
          </p:cNvPr>
          <p:cNvSpPr/>
          <p:nvPr/>
        </p:nvSpPr>
        <p:spPr>
          <a:xfrm>
            <a:off x="6913458" y="1726862"/>
            <a:ext cx="1683787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03E45B-8F20-D086-2D23-8326C1ED879C}"/>
              </a:ext>
            </a:extLst>
          </p:cNvPr>
          <p:cNvSpPr/>
          <p:nvPr/>
        </p:nvSpPr>
        <p:spPr>
          <a:xfrm>
            <a:off x="6751727" y="4552452"/>
            <a:ext cx="1518514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DAABF3-8D4D-E3C9-706D-DEFC04994B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027"/>
          <a:stretch/>
        </p:blipFill>
        <p:spPr>
          <a:xfrm>
            <a:off x="846993" y="3399781"/>
            <a:ext cx="5294679" cy="291211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3285D84D-3E77-CFB5-5842-8BDA172C2CEE}"/>
              </a:ext>
            </a:extLst>
          </p:cNvPr>
          <p:cNvSpPr/>
          <p:nvPr/>
        </p:nvSpPr>
        <p:spPr>
          <a:xfrm>
            <a:off x="536598" y="5827646"/>
            <a:ext cx="1518514" cy="6221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7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395C-5178-3F07-4ADD-CC6A8048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an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EC567-FC8E-C907-2FDB-A8AAAE7E4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Topics page, click:</a:t>
            </a:r>
          </a:p>
          <a:p>
            <a:pPr lvl="1"/>
            <a:r>
              <a:rPr lang="en-US" dirty="0"/>
              <a:t>‘Edit entry.’</a:t>
            </a:r>
          </a:p>
          <a:p>
            <a:r>
              <a:rPr lang="en-US" dirty="0"/>
              <a:t>Edit your entry and then click:</a:t>
            </a:r>
          </a:p>
          <a:p>
            <a:pPr lvl="1"/>
            <a:r>
              <a:rPr lang="en-US" dirty="0"/>
              <a:t>‘Save changes.’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81FCB-2105-292E-6C38-FF7A24B49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959" y="1825625"/>
            <a:ext cx="4558655" cy="193015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DBD7FD2-C9EA-709E-D9FE-BCEBA7C9E7EB}"/>
              </a:ext>
            </a:extLst>
          </p:cNvPr>
          <p:cNvSpPr/>
          <p:nvPr/>
        </p:nvSpPr>
        <p:spPr>
          <a:xfrm>
            <a:off x="6096000" y="3429000"/>
            <a:ext cx="1097280" cy="54591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3948B9-7209-F218-3FD2-3EA3F2E56F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86"/>
          <a:stretch/>
        </p:blipFill>
        <p:spPr>
          <a:xfrm>
            <a:off x="2435020" y="3701955"/>
            <a:ext cx="2876119" cy="227734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31E4BC4-48CD-9B04-7BA0-14CEFD8E7FE6}"/>
              </a:ext>
            </a:extLst>
          </p:cNvPr>
          <p:cNvSpPr/>
          <p:nvPr/>
        </p:nvSpPr>
        <p:spPr>
          <a:xfrm>
            <a:off x="2235200" y="5515374"/>
            <a:ext cx="1249680" cy="5627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1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535-D582-F640-61EE-D11ED23D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C900A-6978-2FE9-11E8-A3C37B62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bottom of the screen is the ‘Log out’ button.</a:t>
            </a:r>
          </a:p>
          <a:p>
            <a:r>
              <a:rPr lang="en-US" dirty="0"/>
              <a:t>Click this when you are finished and ready to exit.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D304A-9E83-6C34-C146-2B4B33F6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364" y="3007360"/>
            <a:ext cx="3604005" cy="316998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63CAB10-2439-1770-CEC3-9CA8593702EC}"/>
              </a:ext>
            </a:extLst>
          </p:cNvPr>
          <p:cNvSpPr/>
          <p:nvPr/>
        </p:nvSpPr>
        <p:spPr>
          <a:xfrm>
            <a:off x="2783840" y="5749145"/>
            <a:ext cx="1249680" cy="5627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59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185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Django Learning Log</vt:lpstr>
      <vt:lpstr>Instructions for Admins</vt:lpstr>
      <vt:lpstr>Site Administration</vt:lpstr>
      <vt:lpstr>Instructions for Users</vt:lpstr>
      <vt:lpstr>How to Get Started</vt:lpstr>
      <vt:lpstr>Adding information</vt:lpstr>
      <vt:lpstr>Adding an Entry</vt:lpstr>
      <vt:lpstr>Edit an Entry</vt:lpstr>
      <vt:lpstr>Logging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Henning</dc:creator>
  <cp:lastModifiedBy>Audrey Henning</cp:lastModifiedBy>
  <cp:revision>1</cp:revision>
  <dcterms:created xsi:type="dcterms:W3CDTF">2026-05-05T13:40:48Z</dcterms:created>
  <dcterms:modified xsi:type="dcterms:W3CDTF">2026-05-05T16:25:37Z</dcterms:modified>
</cp:coreProperties>
</file>